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WealthAdvisor 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The Next Generation of Wealth Advisory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SwissHacks 2026 — SIX, NTT Data &amp; Noumena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Hyper-personalised wealth advice is reserved for a handful of UHNWI clients
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RMs know their best clients inside out — values, life events, business context
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This level of care doesn't scale past a handful of clients
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Tailoring proposals, monitoring news, drafting narratives takes too much time
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Our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AI-powered advisor dashboard giving every client UHNWI-level care
</a:t>
            </a:r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</a:rPr>
              <a:t>1. Build Client DNA — extract values, life events, priorities from CRM logs
</a:t>
            </a:r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</a:rPr>
              <a:t>2. Monitor Global News 24/7 — flag relevant events in real-time
</a:t>
            </a:r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</a:rPr>
              <a:t>3. Smart Asset Swaps — within mandate, aligned with client DNA
</a:t>
            </a:r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</a:rPr>
              <a:t>4. Personalised Messages — in the client's preferred communication style
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Multi-Agent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CRM Agent → Portfolio Agent → News Agent → Message Agent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CRM Agent: Extracts client DNA from 3 years of RM notes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Portfolio Agent: Enriches positions with SIX data, detects DNA conflicts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News Agent: Monitors Event Registry, scores relevance per client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Message Agent: Drafts personalised advisory notes
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</a:rPr>
              <a:t>Trust &amp; Explainability: Full tracing, reasoning chains, source citations
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</a:rPr>
              <a:t>Human-in-the-loop: RM approves every action, client always decides
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Live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[Insert screenshots from the dashboard here]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✓ Client DNA Profiling — AI reads CRM logs, builds investment identity
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✓ Smart Alerts — news and CIO conflicts matched against client DNA
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✓ DNA-Aware Swaps — replacements within mandate, BUY-rated by CIO
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✓ Tone-Matched Messages — data-driven or values-led, per client
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✓ Full Tracing — every AI decision logged with reasoning chain
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✓ Human-in-the-Loop — RM approves, client always decides
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[Team members here]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Next Generation of Wealth Advisory</dc:title>
  <dc:subject>PptxGenJS Presentation</dc:subject>
  <dc:creator>WealthAdvisor AI</dc:creator>
  <cp:lastModifiedBy>WealthAdvisor AI</cp:lastModifiedBy>
  <cp:revision>1</cp:revision>
  <dcterms:created xsi:type="dcterms:W3CDTF">2026-06-20T05:22:00Z</dcterms:created>
  <dcterms:modified xsi:type="dcterms:W3CDTF">2026-06-20T05:22:00Z</dcterms:modified>
</cp:coreProperties>
</file>