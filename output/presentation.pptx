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371600"/>
            <a:ext cx="7315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WealthAdvisor AI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914400" y="27432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94A3B8"/>
                </a:solidFill>
              </a:rPr>
              <a:t>The Next Generation of Wealth Advisory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384048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SwissHacks 2026 — SIX, NTT Data &amp; Noumena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The Problem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Hyper-personalised wealth advice is reserved for a handful of UHNWI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RMs know their best clients inside out — values, life events, business context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This level of care doesn't scale past a handful of clients
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• Tailoring proposals, monitoring news, drafting narratives takes too much time
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Our Solution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2E8F0"/>
                </a:solidFill>
              </a:rPr>
              <a:t>AI-powered advisor dashboard giving every client UHNWI-level care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1. Build Client DNA — extract values, life events, priorities from CRM logs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2. Monitor Global News 24/7 — flag relevant events in real-time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3. Smart Asset Swaps — within mandate, aligned with client DNA
</a:t>
            </a:r>
            <a:pPr indent="0" marL="0">
              <a:buNone/>
            </a:pPr>
            <a:r>
              <a:rPr lang="en-US" sz="1400" dirty="0">
                <a:solidFill>
                  <a:srgbClr val="93C5FD"/>
                </a:solidFill>
              </a:rPr>
              <a:t>4. Personalised Messages — in the client's preferred communication style
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Multi-Agent Architecture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CRM Agent → Portfolio Agent → News Agent → Message Agent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CRM Agent: Extracts client DNA from 3 years of RM notes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Portfolio Agent: Enriches positions with SIX data, detects DNA conflicts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News Agent: Monitors Event Registry, scores relevance per client
</a:t>
            </a:r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• Message Agent: Drafts personalised advisory notes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Trust &amp; Explainability: Full tracing, reasoning chains, source citations
</a:t>
            </a:r>
            <a:pPr indent="0" marL="0">
              <a:buNone/>
            </a:pPr>
            <a:r>
              <a:rPr lang="en-US" sz="1300" dirty="0">
                <a:solidFill>
                  <a:srgbClr val="FCD34D"/>
                </a:solidFill>
              </a:rPr>
              <a:t>Human-in-the-loop: RM approves every action, client always decides
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Technology Stack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SIX Financial Information MCP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real-time market data, instrument enrichment and pricing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Event Registry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live global news monitoring with per-client relevance scoring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Phoeniqs LLM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AI-powered analysis and personalised narrative generation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Noumena Digital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knowledge graph modelling for client DNA and portfolio relationships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NTT DATA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explainable AI patterns, audit trails and enterprise-grade compliance
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Live Demo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2E8F0"/>
                </a:solidFill>
              </a:rPr>
              <a:t>What you will see: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1. Client DNA extraction from CRM notes — live AI analysis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2. Real-time news alert matched to a specific client's values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3. Automated DNA-aware portfolio swap suggestion within mandate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4. Tone-matched advisory message drafted for RM review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5. Full reasoning chain and source citations on every output
</a:t>
            </a:r>
            <a:pPr indent="0" marL="0">
              <a:buNone/>
            </a:pPr>
            <a:r>
              <a:rPr lang="en-US" sz="1400" dirty="0">
                <a:solidFill>
                  <a:srgbClr val="2DD4BF"/>
                </a:solidFill>
              </a:rPr>
              <a:t>6. RM approval flow — human-in-the-loop before anything reaches the client
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Key Features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Client DNA Profiling — AI reads CRM logs, builds investment identity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Smart Alerts — news and CIO conflicts matched against client DNA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DNA-Aware Swaps — replacements within mandate, BUY-rated by CIO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Tone-Matched Messages — data-driven or values-led, per client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Full Tracing — every AI decision logged with reasoning chain
</a:t>
            </a:r>
            <a:pPr indent="0" marL="0">
              <a:buNone/>
            </a:pPr>
            <a:r>
              <a:rPr lang="en-US" sz="1400" dirty="0">
                <a:solidFill>
                  <a:srgbClr val="E2E8F0"/>
                </a:solidFill>
              </a:rPr>
              <a:t>✓ Human-in-the-Loop — RM approves, client always decides
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Trust &amp; Explainability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Source attribution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every AI output cites the exact data sources used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Reasoning chains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step-by-step logic visible for all decisions and recommendations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Audit trail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immutable timestamped log of every agent action and inference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Human-in-the-loop approval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RM reviews and signs off before anything reaches the client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Confidence scores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calibrated certainty indicators on all AI outputs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Agent execution tracing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full visibility into which agent ran, when, and why
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Four Client Personas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137160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Schneider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family foundation, values-led: ESG screening applied across the full portfolio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Huber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environmentalist, sustainability: impact holdings prioritised, carbon intensity flagged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Räber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conservative, data-driven: quantitative rationale, low-volatility mandates enforced
</a:t>
            </a:r>
            <a:pPr indent="0" marL="0">
              <a:buNone/>
            </a:pPr>
            <a:r>
              <a:rPr lang="en-US" sz="1400" b="1" dirty="0">
                <a:solidFill>
                  <a:srgbClr val="2DD4BF"/>
                </a:solidFill>
              </a:rPr>
              <a:t>• Ammann</a:t>
            </a:r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</a:rPr>
              <a:t> — entrepreneur, reputational risk: exposure to sector controversies monitored in real time
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Team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22860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[Team members here]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Next Generation of Wealth Advisory</dc:title>
  <dc:subject>PptxGenJS Presentation</dc:subject>
  <dc:creator>WealthAdvisor AI</dc:creator>
  <cp:lastModifiedBy>WealthAdvisor AI</cp:lastModifiedBy>
  <cp:revision>1</cp:revision>
  <dcterms:created xsi:type="dcterms:W3CDTF">2026-06-20T05:39:54Z</dcterms:created>
  <dcterms:modified xsi:type="dcterms:W3CDTF">2026-06-20T05:39:54Z</dcterms:modified>
</cp:coreProperties>
</file>