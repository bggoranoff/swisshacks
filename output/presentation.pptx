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WealthAdvisor AI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7432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The Next Generation of Wealth Advisory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38404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SwissHacks 2026 — SIX, NTT Data &amp; Noumena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The Problem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</a:rPr>
              <a:t>Hyper-personalised wealth advice is reserved for a handful of UHNWI clients
</a:t>
            </a:r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• RMs know their best clients inside out — values, life events, business context
</a:t>
            </a:r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• This level of care doesn't scale past a handful of clients
</a:t>
            </a:r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• Tailoring proposals, monitoring news, drafting narratives takes too much time
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Our Solution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</a:rPr>
              <a:t>AI-powered advisor dashboard giving every client UHNWI-level care
</a:t>
            </a:r>
            <a:pPr indent="0" marL="0">
              <a:buNone/>
            </a:pPr>
            <a:r>
              <a:rPr lang="en-US" sz="1400" dirty="0">
                <a:solidFill>
                  <a:srgbClr val="93C5FD"/>
                </a:solidFill>
              </a:rPr>
              <a:t>1. Build Client DNA — extract values, life events, priorities from CRM logs
</a:t>
            </a:r>
            <a:pPr indent="0" marL="0">
              <a:buNone/>
            </a:pPr>
            <a:r>
              <a:rPr lang="en-US" sz="1400" dirty="0">
                <a:solidFill>
                  <a:srgbClr val="93C5FD"/>
                </a:solidFill>
              </a:rPr>
              <a:t>2. Monitor Global News 24/7 — flag relevant events in real-time
</a:t>
            </a:r>
            <a:pPr indent="0" marL="0">
              <a:buNone/>
            </a:pPr>
            <a:r>
              <a:rPr lang="en-US" sz="1400" dirty="0">
                <a:solidFill>
                  <a:srgbClr val="93C5FD"/>
                </a:solidFill>
              </a:rPr>
              <a:t>3. Smart Asset Swaps — within mandate, aligned with client DNA
</a:t>
            </a:r>
            <a:pPr indent="0" marL="0">
              <a:buNone/>
            </a:pPr>
            <a:r>
              <a:rPr lang="en-US" sz="1400" dirty="0">
                <a:solidFill>
                  <a:srgbClr val="93C5FD"/>
                </a:solidFill>
              </a:rPr>
              <a:t>4. Personalised Messages — in the client's preferred communication style
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Multi-Agent Architecture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CRM Agent → Portfolio Agent → News Agent → Message Agent
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• CRM Agent: Extracts client DNA from 3 years of RM notes
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• Portfolio Agent: Enriches positions with SIX data, detects DNA conflicts
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• News Agent: Monitors Event Registry, scores relevance per client
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• Message Agent: Drafts personalised advisory notes
</a:t>
            </a:r>
            <a:pPr indent="0" marL="0">
              <a:buNone/>
            </a:pPr>
            <a:r>
              <a:rPr lang="en-US" sz="1300" dirty="0">
                <a:solidFill>
                  <a:srgbClr val="FCD34D"/>
                </a:solidFill>
              </a:rPr>
              <a:t>Trust &amp; Explainability: Full tracing, reasoning chains, source citations
</a:t>
            </a:r>
            <a:pPr indent="0" marL="0">
              <a:buNone/>
            </a:pPr>
            <a:r>
              <a:rPr lang="en-US" sz="1300" dirty="0">
                <a:solidFill>
                  <a:srgbClr val="FCD34D"/>
                </a:solidFill>
              </a:rPr>
              <a:t>Human-in-the-loop: RM approves every action, client always decides
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Live Demo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4748B"/>
                </a:solidFill>
              </a:rPr>
              <a:t>[Insert screenshots from the dashboard here]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Key Features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✓ Client DNA Profiling — AI reads CRM logs, builds investment identity
</a:t>
            </a:r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✓ Smart Alerts — news and CIO conflicts matched against client DNA
</a:t>
            </a:r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✓ DNA-Aware Swaps — replacements within mandate, BUY-rated by CIO
</a:t>
            </a:r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✓ Tone-Matched Messages — data-driven or values-led, per client
</a:t>
            </a:r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✓ Full Tracing — every AI decision logged with reasoning chain
</a:t>
            </a:r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✓ Human-in-the-Loop — RM approves, client always decides
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Team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4748B"/>
                </a:solidFill>
              </a:rPr>
              <a:t>[Team members here]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Next Generation of Wealth Advisory</dc:title>
  <dc:subject>PptxGenJS Presentation</dc:subject>
  <dc:creator>WealthAdvisor AI</dc:creator>
  <cp:lastModifiedBy>WealthAdvisor AI</cp:lastModifiedBy>
  <cp:revision>1</cp:revision>
  <dcterms:created xsi:type="dcterms:W3CDTF">2026-06-20T05:05:52Z</dcterms:created>
  <dcterms:modified xsi:type="dcterms:W3CDTF">2026-06-20T05:05:52Z</dcterms:modified>
</cp:coreProperties>
</file>